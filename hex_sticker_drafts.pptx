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11F"/>
    <a:srgbClr val="775375"/>
    <a:srgbClr val="9B6C97"/>
    <a:srgbClr val="BE85B9"/>
    <a:srgbClr val="EDC521"/>
    <a:srgbClr val="AA25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58"/>
  </p:normalViewPr>
  <p:slideViewPr>
    <p:cSldViewPr snapToGrid="0">
      <p:cViewPr varScale="1">
        <p:scale>
          <a:sx n="116" d="100"/>
          <a:sy n="116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9455-FEF0-12C8-35FA-159130024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062EC-F6C1-985F-1BE0-252D50901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6B4D1-BBF6-5FAF-E02F-495DE714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66598-F695-D7A0-D23F-BEE49D1F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CB4FC-6D84-FC1A-C399-44D7C009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63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B74E-2E10-0822-CA85-E5646CFE0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E19B-8219-59C4-CEA4-B40EDBB49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2B081-711C-95C9-410C-2611261AF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9CDE5-1E82-03E6-7B97-3D158A8E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7C68-0397-799E-0666-02717524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75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C5FE-194D-8571-787C-8601D0DE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18655-9421-0122-F93B-466519FCF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F4A1-9D1C-9BE8-7B83-2E86363D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D0BC9-B47A-3BA0-950E-CD098C09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1F8A1-B491-F044-7D41-717B7EF39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558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80CC9-3035-E04E-95AA-53959247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637A6-ACD4-FA78-FD8C-841EA7122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CAB18-D6EC-44D8-FBE1-F14BFBD84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9FAD8-5E83-AF85-D133-DC442E8F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DCBDC-3D3C-1BE3-9664-F6FB7A88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3E685-FA7C-6859-12F8-2CF12D3A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9006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5FE3-52FE-4DC8-697E-EFE714C0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4DBBA-36E2-06BA-4167-993747BCC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95622-75A2-25AE-BB2D-C30E7EC83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F6379-5DEC-474B-EC89-BD23B9FA0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3B2E1-8E1C-2A24-D441-D6723C2F9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ABB21-DC4A-CB18-2905-1E93553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C9276-3541-F895-3D9D-2D093C01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1A6C5-9CE2-58F5-0104-4E34180A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760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BA36-DD24-C9DA-83E0-21E64970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6C2D9-ECB0-DD99-89F8-235ABC34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0FAC5-1FF3-93E0-26B8-93031419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BB388-3AD8-E467-8045-161544D4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774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091E1-7360-549B-F3FF-3C942CC8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9A19DA-E34E-1C7D-74AC-30D2B04D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7C72B-781E-7146-B5DD-F5BB39E3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413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C8E5-9E62-450D-02C1-760078B4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1CA2E-79C7-2DDA-9056-6735CB5A8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B0496-ACAD-67C7-D860-4242D9338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B33A5-A341-4A5D-6587-B1AE316D3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E6F59-16BF-0210-3207-81112CA5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AC86A-31BB-C572-7703-AE9B65D6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642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6AB44-6091-786C-F36C-055D542D8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E2E70-4FDF-F82E-6020-E5B60C11F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9E9B2-CB60-F20C-1F62-3E54F065A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48A2C-F20F-A04D-FAC1-1517C926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39506-2208-7698-407F-7119AE2B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666C0-BDB3-90BA-E657-398DCD50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000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AEA2A-BD52-7A78-D278-7B1BB7CA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5E0E6-B5F8-431F-8B11-AFC40BD26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0CDE0-AE4E-7D98-D52C-63A1EE409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FFDAD-6FED-5D87-1EF1-8277E035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96946-3A42-45B3-293D-6142F849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23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2CDC0-8F82-8B6A-8D6B-E2FACE403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5DE04-F1D0-D868-0EA7-BD50C43A1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69990-42D0-C040-08D6-77F226F9A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0A159-F7D1-9ED7-F7E9-8F85309F5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DF4FC-66C2-4A86-8C71-F47B7B0AF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6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DA7B8-211C-FA5D-A1E0-2C9B6D49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F0E24-6836-06AD-DC4C-9805FB84F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DD90E-BB0C-5CC8-F163-6FFAF2EB9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26531-4042-A84A-ACA3-BA286E729582}" type="datetimeFigureOut">
              <a:rPr lang="en-CA" smtClean="0"/>
              <a:t>2025-02-23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454B5-6F29-E91D-8DCA-9FEB4E347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17D03-CEA7-AB0F-0DE6-079E85926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5FE01-1C96-F64F-B43F-2CACB63B973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81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Hexagon 42">
            <a:extLst>
              <a:ext uri="{FF2B5EF4-FFF2-40B4-BE49-F238E27FC236}">
                <a16:creationId xmlns:a16="http://schemas.microsoft.com/office/drawing/2014/main" id="{529055B8-B69A-8770-327A-F8DF5895E265}"/>
              </a:ext>
            </a:extLst>
          </p:cNvPr>
          <p:cNvSpPr/>
          <p:nvPr/>
        </p:nvSpPr>
        <p:spPr>
          <a:xfrm rot="5400000">
            <a:off x="2482437" y="596808"/>
            <a:ext cx="6648006" cy="5755574"/>
          </a:xfrm>
          <a:prstGeom prst="hexagon">
            <a:avLst>
              <a:gd name="adj" fmla="val 28532"/>
              <a:gd name="vf" fmla="val 115470"/>
            </a:avLst>
          </a:prstGeom>
          <a:solidFill>
            <a:srgbClr val="EDC521"/>
          </a:solidFill>
          <a:ln w="127000">
            <a:solidFill>
              <a:srgbClr val="D4A1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EE957-638B-6BF3-6E9B-5ED5DC2898E1}"/>
              </a:ext>
            </a:extLst>
          </p:cNvPr>
          <p:cNvSpPr/>
          <p:nvPr/>
        </p:nvSpPr>
        <p:spPr>
          <a:xfrm>
            <a:off x="3608832" y="1863190"/>
            <a:ext cx="4532634" cy="3103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C1D1067-FDF9-ACAA-2C9C-79AD6FEB717A}"/>
              </a:ext>
            </a:extLst>
          </p:cNvPr>
          <p:cNvGrpSpPr/>
          <p:nvPr/>
        </p:nvGrpSpPr>
        <p:grpSpPr>
          <a:xfrm>
            <a:off x="3608831" y="1688275"/>
            <a:ext cx="4703896" cy="3334575"/>
            <a:chOff x="3608831" y="1688275"/>
            <a:chExt cx="4703896" cy="333457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ACA5696-AB1F-1FD7-6D19-BA831ED17951}"/>
                </a:ext>
              </a:extLst>
            </p:cNvPr>
            <p:cNvCxnSpPr>
              <a:cxnSpLocks/>
            </p:cNvCxnSpPr>
            <p:nvPr/>
          </p:nvCxnSpPr>
          <p:spPr>
            <a:xfrm>
              <a:off x="3608831" y="4994810"/>
              <a:ext cx="4703896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E20A0E7-A1E4-F522-56A4-9361907EF6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8831" y="1688275"/>
              <a:ext cx="0" cy="3334575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E6693CF8-E65C-E525-DA49-0DEE77B96009}"/>
              </a:ext>
            </a:extLst>
          </p:cNvPr>
          <p:cNvSpPr/>
          <p:nvPr/>
        </p:nvSpPr>
        <p:spPr>
          <a:xfrm>
            <a:off x="4937590" y="3018028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EAFA283-FAF8-2DD9-3861-9D2BF497A767}"/>
              </a:ext>
            </a:extLst>
          </p:cNvPr>
          <p:cNvSpPr/>
          <p:nvPr/>
        </p:nvSpPr>
        <p:spPr>
          <a:xfrm>
            <a:off x="7152674" y="1917759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342F42-310F-9085-F906-BD1291D92DC8}"/>
              </a:ext>
            </a:extLst>
          </p:cNvPr>
          <p:cNvSpPr/>
          <p:nvPr/>
        </p:nvSpPr>
        <p:spPr>
          <a:xfrm>
            <a:off x="3930391" y="3762708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399846B-0A7D-7848-6E3F-5EB5C07D6BC3}"/>
              </a:ext>
            </a:extLst>
          </p:cNvPr>
          <p:cNvSpPr/>
          <p:nvPr/>
        </p:nvSpPr>
        <p:spPr>
          <a:xfrm>
            <a:off x="4358451" y="3291715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3A561E2-0B9B-E40F-2DCF-293A819D3457}"/>
              </a:ext>
            </a:extLst>
          </p:cNvPr>
          <p:cNvSpPr/>
          <p:nvPr/>
        </p:nvSpPr>
        <p:spPr>
          <a:xfrm>
            <a:off x="5649804" y="2312622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25AAA72-D093-2931-5743-C5577092C5F0}"/>
              </a:ext>
            </a:extLst>
          </p:cNvPr>
          <p:cNvSpPr/>
          <p:nvPr/>
        </p:nvSpPr>
        <p:spPr>
          <a:xfrm>
            <a:off x="4818593" y="3970859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B7E45B-6D1D-B5F2-1DC7-10F4E0F492F1}"/>
              </a:ext>
            </a:extLst>
          </p:cNvPr>
          <p:cNvSpPr/>
          <p:nvPr/>
        </p:nvSpPr>
        <p:spPr>
          <a:xfrm>
            <a:off x="7476723" y="2495502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D44E3F3-AC5F-D22C-6A69-76A4B6DB2DF4}"/>
              </a:ext>
            </a:extLst>
          </p:cNvPr>
          <p:cNvSpPr/>
          <p:nvPr/>
        </p:nvSpPr>
        <p:spPr>
          <a:xfrm>
            <a:off x="5329351" y="2912028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45A8C28-A0F7-88E7-1401-8F02F7FDAF0A}"/>
              </a:ext>
            </a:extLst>
          </p:cNvPr>
          <p:cNvSpPr/>
          <p:nvPr/>
        </p:nvSpPr>
        <p:spPr>
          <a:xfrm>
            <a:off x="5643074" y="3455601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4CEBC64-7F71-DBDA-1802-E9EA0B6DE192}"/>
              </a:ext>
            </a:extLst>
          </p:cNvPr>
          <p:cNvSpPr/>
          <p:nvPr/>
        </p:nvSpPr>
        <p:spPr>
          <a:xfrm>
            <a:off x="5001473" y="3623629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950F974-746D-0EFE-292A-C3EEB61742D6}"/>
              </a:ext>
            </a:extLst>
          </p:cNvPr>
          <p:cNvSpPr/>
          <p:nvPr/>
        </p:nvSpPr>
        <p:spPr>
          <a:xfrm>
            <a:off x="6045225" y="3169295"/>
            <a:ext cx="182880" cy="182880"/>
          </a:xfrm>
          <a:prstGeom prst="ellipse">
            <a:avLst/>
          </a:prstGeom>
          <a:solidFill>
            <a:srgbClr val="BE85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0C6FFDA-0B33-E349-0BA8-940A5A77CB48}"/>
              </a:ext>
            </a:extLst>
          </p:cNvPr>
          <p:cNvCxnSpPr/>
          <p:nvPr/>
        </p:nvCxnSpPr>
        <p:spPr>
          <a:xfrm flipV="1">
            <a:off x="3962400" y="2011680"/>
            <a:ext cx="3688080" cy="2090096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731373C-D55A-831D-D62A-DBD28093D8CA}"/>
              </a:ext>
            </a:extLst>
          </p:cNvPr>
          <p:cNvSpPr txBox="1"/>
          <p:nvPr/>
        </p:nvSpPr>
        <p:spPr>
          <a:xfrm rot="19795932">
            <a:off x="4938432" y="3386249"/>
            <a:ext cx="347947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5500" b="1" dirty="0">
                <a:solidFill>
                  <a:srgbClr val="775375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bodycon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004B0AE-14ED-8C33-16BE-BB15257896DD}"/>
              </a:ext>
            </a:extLst>
          </p:cNvPr>
          <p:cNvGrpSpPr/>
          <p:nvPr/>
        </p:nvGrpSpPr>
        <p:grpSpPr>
          <a:xfrm>
            <a:off x="4003910" y="3806509"/>
            <a:ext cx="764193" cy="909489"/>
            <a:chOff x="1701505" y="2863200"/>
            <a:chExt cx="764193" cy="90948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2E69736-8FC1-17BE-3A97-67E540A47A99}"/>
                </a:ext>
              </a:extLst>
            </p:cNvPr>
            <p:cNvGrpSpPr/>
            <p:nvPr/>
          </p:nvGrpSpPr>
          <p:grpSpPr>
            <a:xfrm>
              <a:off x="1701505" y="2863200"/>
              <a:ext cx="764193" cy="909489"/>
              <a:chOff x="4631961" y="3600026"/>
              <a:chExt cx="764193" cy="909489"/>
            </a:xfrm>
          </p:grpSpPr>
          <p:pic>
            <p:nvPicPr>
              <p:cNvPr id="44" name="Picture 6" descr="837 Drawing Picture Cute Snake Stock Vectors and Vector Art | Shutterstock">
                <a:extLst>
                  <a:ext uri="{FF2B5EF4-FFF2-40B4-BE49-F238E27FC236}">
                    <a16:creationId xmlns:a16="http://schemas.microsoft.com/office/drawing/2014/main" id="{6094C7A6-CDD2-233D-1493-DC27299443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>
                            <a14:foregroundMark x1="58667" y1="17667" x2="58667" y2="1766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1961" y="3600026"/>
                <a:ext cx="740895" cy="9094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4" descr="Dress - Free fashion icons">
                <a:extLst>
                  <a:ext uri="{FF2B5EF4-FFF2-40B4-BE49-F238E27FC236}">
                    <a16:creationId xmlns:a16="http://schemas.microsoft.com/office/drawing/2014/main" id="{EF637D85-5F92-CBC6-188E-21E7462897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789" b="99219" l="9961" r="89844">
                            <a14:foregroundMark x1="43555" y1="94531" x2="43555" y2="94531"/>
                            <a14:foregroundMark x1="48633" y1="99414" x2="48633" y2="99414"/>
                            <a14:foregroundMark x1="61328" y1="8789" x2="61328" y2="8789"/>
                            <a14:backgroundMark x1="49219" y1="16016" x2="49219" y2="16016"/>
                            <a14:backgroundMark x1="45117" y1="13281" x2="45117" y2="13281"/>
                            <a14:backgroundMark x1="34180" y1="14453" x2="34180" y2="14453"/>
                            <a14:backgroundMark x1="34375" y1="17969" x2="34375" y2="17969"/>
                            <a14:backgroundMark x1="38867" y1="17969" x2="38867" y2="17969"/>
                            <a14:backgroundMark x1="45703" y1="18555" x2="45703" y2="18555"/>
                            <a14:backgroundMark x1="46484" y1="20898" x2="46484" y2="20898"/>
                            <a14:backgroundMark x1="50391" y1="20313" x2="50391" y2="20313"/>
                            <a14:backgroundMark x1="51563" y1="16211" x2="51563" y2="16211"/>
                            <a14:backgroundMark x1="54297" y1="11719" x2="54297" y2="11719"/>
                            <a14:backgroundMark x1="54688" y1="8984" x2="54688" y2="8984"/>
                            <a14:backgroundMark x1="66406" y1="11719" x2="66406" y2="11719"/>
                            <a14:backgroundMark x1="67773" y1="10352" x2="67773" y2="10352"/>
                            <a14:backgroundMark x1="69727" y1="14258" x2="69727" y2="14258"/>
                            <a14:backgroundMark x1="66406" y1="16016" x2="66406" y2="16016"/>
                            <a14:backgroundMark x1="66016" y1="18359" x2="66016" y2="1835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40039" y="3846323"/>
                <a:ext cx="656115" cy="4981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F2C486F-560A-CCAA-8330-D9BDECA6F07B}"/>
                </a:ext>
              </a:extLst>
            </p:cNvPr>
            <p:cNvSpPr/>
            <p:nvPr/>
          </p:nvSpPr>
          <p:spPr>
            <a:xfrm rot="171357">
              <a:off x="2188342" y="3093643"/>
              <a:ext cx="90106" cy="779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0F5CBE4-34BD-59F3-4198-5B757148FCD4}"/>
              </a:ext>
            </a:extLst>
          </p:cNvPr>
          <p:cNvGrpSpPr/>
          <p:nvPr/>
        </p:nvGrpSpPr>
        <p:grpSpPr>
          <a:xfrm>
            <a:off x="5409188" y="444571"/>
            <a:ext cx="2410571" cy="3217253"/>
            <a:chOff x="5049520" y="55755"/>
            <a:chExt cx="2410571" cy="3217253"/>
          </a:xfrm>
        </p:grpSpPr>
        <p:pic>
          <p:nvPicPr>
            <p:cNvPr id="52" name="Picture 6" descr="837 Drawing Picture Cute Snake Stock Vectors and Vector Art | Shutterstock">
              <a:extLst>
                <a:ext uri="{FF2B5EF4-FFF2-40B4-BE49-F238E27FC236}">
                  <a16:creationId xmlns:a16="http://schemas.microsoft.com/office/drawing/2014/main" id="{49DD49CA-0973-6E9C-F899-465B425F58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58667" y1="17667" x2="58667" y2="17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127244" y="55755"/>
              <a:ext cx="2332847" cy="32172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D709763-8B5A-B20B-6AF0-697D1FC456E3}"/>
                </a:ext>
              </a:extLst>
            </p:cNvPr>
            <p:cNvGrpSpPr/>
            <p:nvPr/>
          </p:nvGrpSpPr>
          <p:grpSpPr>
            <a:xfrm>
              <a:off x="5049520" y="599737"/>
              <a:ext cx="2332847" cy="2090096"/>
              <a:chOff x="5353900" y="463509"/>
              <a:chExt cx="1957555" cy="2090096"/>
            </a:xfrm>
          </p:grpSpPr>
          <p:pic>
            <p:nvPicPr>
              <p:cNvPr id="56" name="Picture 4" descr="Dress - Free fashion icons">
                <a:extLst>
                  <a:ext uri="{FF2B5EF4-FFF2-40B4-BE49-F238E27FC236}">
                    <a16:creationId xmlns:a16="http://schemas.microsoft.com/office/drawing/2014/main" id="{2CDC9609-B090-A1AF-D2FD-9497B08098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8789" b="99219" l="9961" r="89844">
                            <a14:foregroundMark x1="43555" y1="94531" x2="43555" y2="94531"/>
                            <a14:foregroundMark x1="48633" y1="99414" x2="48633" y2="99414"/>
                            <a14:foregroundMark x1="61328" y1="8789" x2="61328" y2="8789"/>
                            <a14:backgroundMark x1="49219" y1="16016" x2="49219" y2="16016"/>
                            <a14:backgroundMark x1="45117" y1="13281" x2="45117" y2="13281"/>
                            <a14:backgroundMark x1="34180" y1="14453" x2="34180" y2="14453"/>
                            <a14:backgroundMark x1="34375" y1="17969" x2="34375" y2="17969"/>
                            <a14:backgroundMark x1="38867" y1="17969" x2="38867" y2="17969"/>
                            <a14:backgroundMark x1="45703" y1="18555" x2="45703" y2="18555"/>
                            <a14:backgroundMark x1="46484" y1="20898" x2="46484" y2="20898"/>
                            <a14:backgroundMark x1="50391" y1="20313" x2="50391" y2="20313"/>
                            <a14:backgroundMark x1="51563" y1="16211" x2="51563" y2="16211"/>
                            <a14:backgroundMark x1="54297" y1="11719" x2="54297" y2="11719"/>
                            <a14:backgroundMark x1="54688" y1="8984" x2="54688" y2="8984"/>
                            <a14:backgroundMark x1="66406" y1="11719" x2="66406" y2="11719"/>
                            <a14:backgroundMark x1="67773" y1="10352" x2="67773" y2="10352"/>
                            <a14:backgroundMark x1="69727" y1="14258" x2="69727" y2="14258"/>
                            <a14:backgroundMark x1="66406" y1="16016" x2="66406" y2="16016"/>
                            <a14:backgroundMark x1="66016" y1="18359" x2="66016" y2="1835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53900" y="463509"/>
                <a:ext cx="1957555" cy="20900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CD5BF16-B644-AB75-3E77-85819F80F3C4}"/>
                  </a:ext>
                </a:extLst>
              </p:cNvPr>
              <p:cNvSpPr/>
              <p:nvPr/>
            </p:nvSpPr>
            <p:spPr>
              <a:xfrm rot="1094609">
                <a:off x="6469928" y="570942"/>
                <a:ext cx="206781" cy="272646"/>
              </a:xfrm>
              <a:prstGeom prst="rect">
                <a:avLst/>
              </a:prstGeom>
              <a:solidFill>
                <a:srgbClr val="EDC5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A4E246-BC50-EC72-70E3-569A6422DE72}"/>
              </a:ext>
            </a:extLst>
          </p:cNvPr>
          <p:cNvSpPr txBox="1"/>
          <p:nvPr/>
        </p:nvSpPr>
        <p:spPr>
          <a:xfrm rot="16200000">
            <a:off x="1857383" y="3244334"/>
            <a:ext cx="3131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Helvetica" pitchFamily="2" charset="0"/>
              </a:rPr>
              <a:t>length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C8426-2EDB-0948-1B7B-8373BDE35156}"/>
              </a:ext>
            </a:extLst>
          </p:cNvPr>
          <p:cNvSpPr txBox="1"/>
          <p:nvPr/>
        </p:nvSpPr>
        <p:spPr>
          <a:xfrm>
            <a:off x="3607858" y="5014294"/>
            <a:ext cx="453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Helvetica" pitchFamily="2" charset="0"/>
              </a:rPr>
              <a:t>weight</a:t>
            </a:r>
          </a:p>
        </p:txBody>
      </p:sp>
    </p:spTree>
    <p:extLst>
      <p:ext uri="{BB962C8B-B14F-4D97-AF65-F5344CB8AC3E}">
        <p14:creationId xmlns:p14="http://schemas.microsoft.com/office/powerpoint/2010/main" val="271415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Posterama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Riley</dc:creator>
  <cp:lastModifiedBy>Julia Riley</cp:lastModifiedBy>
  <cp:revision>6</cp:revision>
  <dcterms:created xsi:type="dcterms:W3CDTF">2025-01-23T17:22:46Z</dcterms:created>
  <dcterms:modified xsi:type="dcterms:W3CDTF">2025-02-24T00:07:12Z</dcterms:modified>
</cp:coreProperties>
</file>